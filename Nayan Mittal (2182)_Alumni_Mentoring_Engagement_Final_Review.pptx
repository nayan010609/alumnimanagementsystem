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0F3EF"/>
                </a:solidFill>
                <a:latin typeface="Aptos"/>
              </a:defRPr>
            </a:pPr>
            <a:r>
              <a:t>WOXSEN UNIVERSITY  |  SCHOOL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5AE4B"/>
                </a:solidFill>
                <a:latin typeface="Aptos"/>
              </a:defRPr>
            </a:pPr>
            <a:r>
              <a:t>DATABASE MANAGEMENT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ALUMNI MENTORING &amp;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ENGAGEMENT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364992"/>
            <a:ext cx="1051560" cy="64008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03320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E0F3EF"/>
                </a:solidFill>
                <a:latin typeface="Aptos"/>
              </a:defRPr>
            </a:pPr>
            <a:r>
              <a:t>PROJECT-BASED LEARNING  | 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800600"/>
            <a:ext cx="7132320" cy="11322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Program: B.Tech – Artificial Intelligence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Academic Year: 2026–2027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Student: </a:t>
            </a:r>
            <a:r>
              <a:rPr lang="en-IN"/>
              <a:t>Nayan Mittal</a:t>
            </a:r>
            <a:r>
              <a:t>   Roll No.: </a:t>
            </a:r>
            <a:r>
              <a:rPr lang="en-IN"/>
              <a:t>25WU0102182</a:t>
            </a:r>
            <a:br>
              <a:rPr lang="en-IN"/>
            </a:br>
            <a:r>
              <a:rPr lang="en-IN"/>
              <a:t>Section : AI-ML Leopards (Sem 3)</a:t>
            </a:r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0469880" y="630936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E0F3EF"/>
                </a:solidFill>
                <a:latin typeface="Aptos"/>
              </a:defRPr>
            </a:pPr>
            <a: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55448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31272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Alumni profiles, mentoring requests, donations and event details can be difficult to coordinate when kept separately.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55448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THE PROPOSED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272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A common data model and clear workflows for alumni registration, mentoring, mentor assignment and engagement reports.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087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508760"/>
            <a:ext cx="73152" cy="155448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THE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75688"/>
            <a:ext cx="31272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A browser-based simulation demonstrates the main screens and client-side behaviour using JavaScript and local storage.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698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2A43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607040" cy="1600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Connect DBMS concepts to a practical university alumni-engagement scenario.</a:t>
            </a:r>
          </a:p>
          <a:p>
            <a:pPr>
              <a:spcAft>
                <a:spcPts val="9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Design normalized relations with keys and integrity constraints.</a:t>
            </a:r>
          </a:p>
          <a:p>
            <a:pPr>
              <a:spcAft>
                <a:spcPts val="9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Clearly distinguish demonstrated prototype features from the planned SQL-backed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Objectives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8B8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074920" cy="3566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Design an ER model and relational schema for the core entities.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Define primary keys, foreign keys, uniqueness and domain checks.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Normalize the proposed design up to Third Normal Form (3NF).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Demonstrate the main workflows through the supplied interface.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Specify database reports and test cases for a complete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8B84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0292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73152" cy="1024128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039112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Core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41448"/>
            <a:ext cx="4681728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Alumni, students, mentoring requests, donations and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90672"/>
            <a:ext cx="50292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090672"/>
            <a:ext cx="73152" cy="1024128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255264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Prototype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657600"/>
            <a:ext cx="4681728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Register alumni, submit requests, assign mentors, record donations and view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306824"/>
            <a:ext cx="50292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306824"/>
            <a:ext cx="73152" cy="1024128"/>
          </a:xfrm>
          <a:prstGeom prst="rect">
            <a:avLst/>
          </a:prstGeom>
          <a:solidFill>
            <a:srgbClr val="A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471416"/>
            <a:ext cx="4681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Current limitation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873752"/>
            <a:ext cx="4681728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The supplied simulation uses local storage; it does not connect to a live SQL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Proposed solution and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499616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Register alumni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9616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Capture name, email, graduation year and programme.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" y="2011680"/>
            <a:ext cx="36576" cy="329184"/>
          </a:xfrm>
          <a:prstGeom prst="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368296"/>
            <a:ext cx="502920" cy="502920"/>
          </a:xfrm>
          <a:prstGeom prst="ellipse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359152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Submit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59152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Record student details and mentoring topic.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2871215"/>
            <a:ext cx="36576" cy="329184"/>
          </a:xfrm>
          <a:prstGeom prst="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227832"/>
            <a:ext cx="502920" cy="502920"/>
          </a:xfrm>
          <a:prstGeom prst="ellipse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218688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Assign mentor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18688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Select a pending request and an alumni mentor.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3730752"/>
            <a:ext cx="36576" cy="329184"/>
          </a:xfrm>
          <a:prstGeom prst="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087368"/>
            <a:ext cx="502920" cy="502920"/>
          </a:xfrm>
          <a:prstGeom prst="ellipse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97096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4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Record donation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078224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Choose an alumnus and enter a positive amount and date.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4590288"/>
            <a:ext cx="36576" cy="329184"/>
          </a:xfrm>
          <a:prstGeom prst="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4946904"/>
            <a:ext cx="502920" cy="502920"/>
          </a:xfrm>
          <a:prstGeom prst="ellipse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5663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937760"/>
            <a:ext cx="2240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View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937760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Review mentoring matches, donations and event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ER model and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e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75540"/>
            <a:ext cx="6675120" cy="12098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60020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600200"/>
            <a:ext cx="73152" cy="105156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764792"/>
            <a:ext cx="3447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ALUMNI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167128"/>
            <a:ext cx="3447288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Can mentor multiple requests and have multiple donation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83464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2834640"/>
            <a:ext cx="73152" cy="105156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2999232"/>
            <a:ext cx="3447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STUDENT →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401568"/>
            <a:ext cx="3447288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One student may submit multiple mentoring requests; each request belongs to one student.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06908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069080"/>
            <a:ext cx="73152" cy="105156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4233672"/>
            <a:ext cx="3447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REQUEST → ALUMNI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636008"/>
            <a:ext cx="3447288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A request may have zero or one assigned alumni mentor.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E"/>
                </a:solidFill>
                <a:latin typeface="Aptos"/>
              </a:defRPr>
            </a:pPr>
            <a:r>
              <a:t>Events are represented as an independent entity in the proposed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Logical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2423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81328"/>
            <a:ext cx="73152" cy="6217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45920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2A43"/>
                </a:solidFill>
                <a:latin typeface="Aptos"/>
              </a:defRPr>
            </a:pPr>
            <a:r>
              <a:t>ALUMNI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84249"/>
            <a:ext cx="2075688" cy="64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7313E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29000" y="1554480"/>
            <a:ext cx="7680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alumni_id (PK), full_name, email (UNIQUE), graduation_year, programme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95144"/>
            <a:ext cx="2423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95144"/>
            <a:ext cx="73152" cy="621792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459736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2A43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798065"/>
            <a:ext cx="2075688" cy="64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7313E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429000" y="2368296"/>
            <a:ext cx="7680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student_id (PK), full_name, email (UNIQUE)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2423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108960"/>
            <a:ext cx="73152" cy="6217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73552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2A43"/>
                </a:solidFill>
                <a:latin typeface="Aptos"/>
              </a:defRPr>
            </a:pPr>
            <a:r>
              <a:t>MENTORING_REQUEST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1"/>
            <a:ext cx="2075688" cy="64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7313E"/>
                </a:solidFill>
                <a:latin typeface="Apto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429000" y="3182112"/>
            <a:ext cx="7680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request_id (PK), student_id (FK), topic, status, alumni_id (nullable FK)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922776"/>
            <a:ext cx="2423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922776"/>
            <a:ext cx="73152" cy="621792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087368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2A43"/>
                </a:solidFill>
                <a:latin typeface="Aptos"/>
              </a:defRPr>
            </a:pPr>
            <a:r>
              <a:t>DONATION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425697"/>
            <a:ext cx="2075688" cy="64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7313E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429000" y="3995928"/>
            <a:ext cx="7680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donation_id (PK), alumni_id (FK), amount, donation_date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36592"/>
            <a:ext cx="2423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36592"/>
            <a:ext cx="73152" cy="6217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901183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2A43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239513"/>
            <a:ext cx="2075688" cy="64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7313E"/>
                </a:solidFill>
                <a:latin typeface="Aptos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429000" y="4809744"/>
            <a:ext cx="7680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event_id (PK), event_name, event_date,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698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2A43"/>
                </a:solidFill>
                <a:latin typeface="Aptos"/>
              </a:defRPr>
            </a:pPr>
            <a:r>
              <a:t>Normalization: each relation is designed for 1NF, 2NF and 3NF based on the stated functional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Keys, constraints and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23444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312724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Primary keys uniquely identify each alumni, student, request, donation and event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23444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REFERENTIAL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2724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Foreign keys connect requests to students and optional mentors, and donations to alumni.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5087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508760"/>
            <a:ext cx="73152" cy="123444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DOMAIN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75688"/>
            <a:ext cx="312724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Unique emails, required fields, valid request status, positive donation amount and non-negative event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8B84"/>
                </a:solidFill>
                <a:latin typeface="Aptos"/>
              </a:defRPr>
            </a:pPr>
            <a:r>
              <a:t>NORMALIZATION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1060704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1NF: attributes hold single values and records are uniquely identified.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2NF: non-key attributes depend on the whole primary key; the design uses single-column keys.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3NF: descriptive attributes are stored with their own entity instead of being repeated in transaction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AE4242"/>
                </a:solidFill>
                <a:latin typeface="Aptos"/>
              </a:defRPr>
            </a:pPr>
            <a:r>
              <a:t>The schema is a proposed MySQL design; these constraints are not yet enforced by the HTML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Application and database connectivity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73152" cy="141732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10512"/>
            <a:ext cx="2852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12848"/>
            <a:ext cx="285292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HTML forms, navigation tabs and report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73152" cy="141732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810512"/>
            <a:ext cx="2852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212848"/>
            <a:ext cx="285292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JavaScript handlers validate inputs and refresh the visible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45920"/>
            <a:ext cx="73152" cy="141732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810512"/>
            <a:ext cx="28529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A43"/>
                </a:solidFill>
                <a:latin typeface="Aptos"/>
              </a:defRPr>
            </a:pPr>
            <a:r>
              <a:t>CURRENT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212848"/>
            <a:ext cx="285292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Browser localStorage stores serialized JavaScript objects.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4" y="210312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6470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10312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6470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10607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03320"/>
            <a:ext cx="73152" cy="1234440"/>
          </a:xfrm>
          <a:prstGeom prst="rect">
            <a:avLst/>
          </a:prstGeom>
          <a:solidFill>
            <a:srgbClr val="A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867911"/>
            <a:ext cx="1025956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2A43"/>
                </a:solidFill>
                <a:latin typeface="Aptos"/>
              </a:defRPr>
            </a:pPr>
            <a:r>
              <a:t>IMPORTANT IMPLEMENTATION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270248"/>
            <a:ext cx="10259567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E"/>
                </a:solidFill>
                <a:latin typeface="Aptos"/>
              </a:defRPr>
            </a:pPr>
            <a:r>
              <a:t>No SQL connector, backend API or live relational database connection is present in the supplied HTML. MySQL tables and SQL queries are the planned next step, not a completed integration.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This distinction is important for an accurate DBMS review: the prototype demonstrates interface workflows, while the logical schema defines the database-backed 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Application screen: alumni 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9561"/>
            <a:ext cx="6812280" cy="33217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6459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645920"/>
            <a:ext cx="73152" cy="118872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81051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INPUT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212848"/>
            <a:ext cx="3081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Full name, unique email, graduation year and programme.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0632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3063240"/>
            <a:ext cx="73152" cy="118872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3227832"/>
            <a:ext cx="3081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3630168"/>
            <a:ext cx="3081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Required fields and email format are checked by the browser; JavaScript rejects duplicate alumni emails.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663440"/>
            <a:ext cx="3337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AE4242"/>
                </a:solidFill>
                <a:latin typeface="Aptos"/>
              </a:defRPr>
            </a:pPr>
            <a:r>
              <a:t>Current behaviour: record is saved to localStorage, not 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Application screens: mentoring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8B84"/>
                </a:solidFill>
                <a:latin typeface="Aptos"/>
              </a:defRPr>
            </a:pPr>
            <a:r>
              <a:t>SUBMIT MENTORING REQUEST</a:t>
            </a:r>
          </a:p>
        </p:txBody>
      </p:sp>
      <p:pic>
        <p:nvPicPr>
          <p:cNvPr id="8" name="Picture 7" descr="requ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3069"/>
            <a:ext cx="5303520" cy="22375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37160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8B84"/>
                </a:solidFill>
                <a:latin typeface="Aptos"/>
              </a:defRPr>
            </a:pPr>
            <a:r>
              <a:t>ASSIGN A MENTOR</a:t>
            </a:r>
          </a:p>
        </p:txBody>
      </p:sp>
      <p:pic>
        <p:nvPicPr>
          <p:cNvPr id="10" name="Picture 9" descr="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08721"/>
            <a:ext cx="5212080" cy="18862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E"/>
                </a:solidFill>
                <a:latin typeface="Aptos"/>
              </a:defRPr>
            </a:pPr>
            <a:r>
              <a:t>The request workflow creates a Pending request; the assignment workflow changes its status to Assigned and links an alumni mentor in the prototype.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Application screen: donation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don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23820"/>
            <a:ext cx="6720840" cy="28675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6459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645920"/>
            <a:ext cx="73152" cy="114300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1810512"/>
            <a:ext cx="31729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DONATION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212848"/>
            <a:ext cx="317296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Select an alumni member, enter amount and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0175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017520"/>
            <a:ext cx="73152" cy="114300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3182112"/>
            <a:ext cx="31729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BUSINESS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584448"/>
            <a:ext cx="317296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Donation amount must be greater than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4526280"/>
            <a:ext cx="3429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AE4242"/>
                </a:solidFill>
                <a:latin typeface="Aptos"/>
              </a:defRPr>
            </a:pPr>
            <a:r>
              <a:t>Prototype validation is client-side; SQL CHECK enforcement is planned.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Application screen: reports and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01" y="1371600"/>
            <a:ext cx="10619837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The dashboard displays mentor matches and requests, alumni donations, and event capacity using the current local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CRUD operations and business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23444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2304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230428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Register alumni, submit mentoring requests and record donations.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08760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508760"/>
            <a:ext cx="73152" cy="123444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673351"/>
            <a:ext cx="2304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075688"/>
            <a:ext cx="230428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Display requests, mentor names, donations and event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73152" cy="123444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673351"/>
            <a:ext cx="23042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075688"/>
            <a:ext cx="230428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Assign a mentor and change a request from Pending to Assigned.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0876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508760"/>
            <a:ext cx="73152" cy="1234440"/>
          </a:xfrm>
          <a:prstGeom prst="rect">
            <a:avLst/>
          </a:prstGeom>
          <a:solidFill>
            <a:srgbClr val="A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1673351"/>
            <a:ext cx="18470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075688"/>
            <a:ext cx="184708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Not implemented in the supplied prototype.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8B84"/>
                </a:solidFill>
                <a:latin typeface="Aptos"/>
              </a:defRPr>
            </a:pPr>
            <a:r>
              <a:t>VALIDATION DEMONSTRATED IN THE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10515600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Duplicate alumni email is rejected with an error message.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Required form fields and email input format are checked.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Donation input has a positive minimum and a JavaScript amount check.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Success/error messages appear after form actions.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AE4242"/>
                </a:solidFill>
                <a:latin typeface="Aptos"/>
              </a:defRPr>
            </a:pPr>
            <a:r>
              <a:t>SQL constraints, parameterized queries, transaction rollback and database exception handling remain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Reports and test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14300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MENTOR MATCH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31272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Combines request, student and assigned mentor details; pending requests show no assigned mentor.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14300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DONATION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272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Shows donation ID, alumni name, amount and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5087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508760"/>
            <a:ext cx="73152" cy="114300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73351"/>
            <a:ext cx="3127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EVENT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75688"/>
            <a:ext cx="31272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E"/>
                </a:solidFill>
                <a:latin typeface="Aptos"/>
              </a:defRPr>
            </a:pPr>
            <a:r>
              <a:t>Shows event name, date and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8B84"/>
                </a:solidFill>
                <a:latin typeface="Aptos"/>
              </a:defRPr>
            </a:pPr>
            <a:r>
              <a:t>TEST CASES DEFINED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11880"/>
            <a:ext cx="10515600" cy="1828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TC-01: Reports render the seeded records.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TC-02 / TC-03: New alumni registration and duplicate-email rejection.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TC-04 / TC-05: Mentoring request submission and mentor assignment.</a:t>
            </a:r>
          </a:p>
          <a:p>
            <a:pPr>
              <a:spcAft>
                <a:spcPts val="9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t>•  TC-06 / TC-07: Invalid donation rejection and positive donation entry.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AE4242"/>
                </a:solidFill>
                <a:latin typeface="Aptos"/>
              </a:defRPr>
            </a:pPr>
            <a:r>
              <a:t>Results are based on code-path inspection and visible prototype behaviour; SQL-level testing has not been performed.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8B84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2A43"/>
                </a:solidFill>
                <a:latin typeface="Aptos"/>
              </a:defRPr>
            </a:pPr>
            <a:r>
              <a:t>Limitations and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914400" cy="50292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07E"/>
                </a:solidFill>
                <a:latin typeface="Aptos"/>
              </a:defRPr>
            </a:pPr>
            <a:r>
              <a:t>WOXSEN UNIVERSITY  |  SCHOOL OF TECHNOLOGY  |  DBMS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98B8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73152" cy="1828800"/>
          </a:xfrm>
          <a:prstGeom prst="rect">
            <a:avLst/>
          </a:prstGeom>
          <a:solidFill>
            <a:srgbClr val="A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19072"/>
            <a:ext cx="29900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21408"/>
            <a:ext cx="299008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Local browser storage only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No SQL database connection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No delete workflow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No authentication or role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73152" cy="1828800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29900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DATABASE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121408"/>
            <a:ext cx="299008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Create the five MySQL tables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Add a backend/API and connector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Enforce PK, FK, UNIQUE and CHECK rules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Use parameterized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73152" cy="1828800"/>
          </a:xfrm>
          <a:prstGeom prst="rect">
            <a:avLst/>
          </a:prstGeom>
          <a:solidFill>
            <a:srgbClr val="E5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19072"/>
            <a:ext cx="29900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2A43"/>
                </a:solidFill>
                <a:latin typeface="Aptos"/>
              </a:defRPr>
            </a:pPr>
            <a:r>
              <a:t>FURTHER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21408"/>
            <a:ext cx="299008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Add edit/delete with confirmation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Add authentication and access roles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Add event registration and capacity checks</a:t>
            </a:r>
          </a:p>
          <a:p>
            <a:pPr>
              <a:spcAft>
                <a:spcPts val="700"/>
              </a:spcAft>
              <a:defRPr sz="1300" b="0">
                <a:solidFill>
                  <a:srgbClr val="27313E"/>
                </a:solidFill>
                <a:latin typeface="Aptos"/>
              </a:defRPr>
            </a:pPr>
            <a:r>
              <a:t>• Generate downloadable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2A43"/>
                </a:solidFill>
                <a:latin typeface="Aptos"/>
              </a:defRPr>
            </a:pPr>
            <a:r>
              <a:t>Implementation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13E"/>
                </a:solidFill>
                <a:latin typeface="Aptos"/>
              </a:defRPr>
            </a:pPr>
            <a:r>
              <a:t>Connect the existing workflows to a relational database first, then verify each business rule with positive and negative SQL-backed test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0F3EF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783080"/>
            <a:ext cx="1051560" cy="64008"/>
          </a:xfrm>
          <a:prstGeom prst="rect">
            <a:avLst/>
          </a:prstGeom>
          <a:solidFill>
            <a:srgbClr val="1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241280" cy="2468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The project models alumni engagement through five core entities and their relationships.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The proposed relational design defines keys, integrity constraints and normalization through 3NF.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The supplied simulation demonstrates the key workflows and report screens.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A live SQL connection is the main next step before the prototype can be considered a complete DBMS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E5AE4B"/>
                </a:solidFill>
                <a:latin typeface="Aptos"/>
              </a:defRPr>
            </a:pPr>
            <a:r>
              <a:t>Thank you  | 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63640"/>
            <a:ext cx="10424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E0F3EF"/>
                </a:solidFill>
                <a:latin typeface="Aptos"/>
              </a:defRPr>
            </a:pPr>
            <a:r>
              <a:t>WOXSEN UNIVERSITY  |  SCHOOL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8479</Words>
  <Application>WPS Presentation</Application>
  <PresentationFormat>On-screen Show (4:3)</PresentationFormat>
  <Paragraphs>387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 Mentoring &amp; Engagement Management System – DBMS PBL Final Review</dc:title>
  <dc:creator>Woxsen University Student</dc:creator>
  <cp:keywords>DBMS, Alumni Engagement, Mentoring, ER Diagram, Normalization, SQL</cp:keywords>
  <dc:description>generated using python-pptx</dc:description>
  <dc:subject>DBMS Project-Based Learning final review presentation</dc:subject>
  <cp:lastModifiedBy>Nayan Mittal</cp:lastModifiedBy>
  <cp:revision>2</cp:revision>
  <dcterms:created xsi:type="dcterms:W3CDTF">2013-01-27T09:14:00Z</dcterms:created>
  <dcterms:modified xsi:type="dcterms:W3CDTF">2026-10-12T11:41:35Z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6B4DEB088E6E4F98AF5E0B172C93E9EB_12</vt:lpwstr>
  </property>
  <property fmtid="{D5CDD505-2E9C-101B-9397-08002B2CF9AE}" pid="3" name="KSOProductBuildVer">
    <vt:lpwstr>1033-12.1.0.28485</vt:lpwstr>
  </property>
</Properties>
</file>